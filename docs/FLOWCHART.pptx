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88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03876-C51C-41EB-AA93-C05361032C9A}" type="datetimeFigureOut">
              <a:rPr lang="en-US" smtClean="0"/>
              <a:t>12/1/2025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259CE-66AB-4F2E-B087-E661C0B9566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0"/>
            <a:ext cx="8229600" cy="1143000"/>
          </a:xfrm>
        </p:spPr>
        <p:txBody>
          <a:bodyPr/>
          <a:lstStyle/>
          <a:p>
            <a:pPr algn="l"/>
            <a:r>
              <a:rPr lang="en-GB" b="1" dirty="0" smtClean="0">
                <a:solidFill>
                  <a:srgbClr val="002060"/>
                </a:solidFill>
              </a:rPr>
              <a:t>FLOWCHART:</a:t>
            </a:r>
            <a:endParaRPr lang="en-GB" b="1" dirty="0">
              <a:solidFill>
                <a:srgbClr val="002060"/>
              </a:solidFill>
            </a:endParaRPr>
          </a:p>
        </p:txBody>
      </p:sp>
      <p:pic>
        <p:nvPicPr>
          <p:cNvPr id="3" name="Picture 2" descr="A_flowchart_in_the_image_depicts_a_movie_ticket_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1000084"/>
            <a:ext cx="7572428" cy="58579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FLOWCHART: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FLOWCHART:</dc:title>
  <dc:creator>admin</dc:creator>
  <cp:lastModifiedBy>admin</cp:lastModifiedBy>
  <cp:revision>1</cp:revision>
  <dcterms:created xsi:type="dcterms:W3CDTF">2025-12-01T09:41:50Z</dcterms:created>
  <dcterms:modified xsi:type="dcterms:W3CDTF">2025-12-01T09:45:28Z</dcterms:modified>
</cp:coreProperties>
</file>