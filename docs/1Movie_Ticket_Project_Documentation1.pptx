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60" r:id="rId5"/>
    <p:sldId id="261" r:id="rId6"/>
    <p:sldId id="262" r:id="rId7"/>
    <p:sldId id="265" r:id="rId8"/>
    <p:sldId id="268" r:id="rId9"/>
    <p:sldId id="269" r:id="rId10"/>
    <p:sldId id="270" r:id="rId11"/>
    <p:sldId id="264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037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552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A6644-5753-46E3-A09B-0F8E1D91A834}" type="datetimeFigureOut">
              <a:rPr lang="en-US" smtClean="0"/>
              <a:pPr/>
              <a:t>12/1/2025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CD991-D9FA-46F1-B2C0-F71D5B52A7DF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87" y="815009"/>
            <a:ext cx="8994913" cy="1470025"/>
          </a:xfrm>
        </p:spPr>
        <p:txBody>
          <a:bodyPr>
            <a:noAutofit/>
          </a:bodyPr>
          <a:lstStyle/>
          <a:p>
            <a:pPr algn="l"/>
            <a:r>
              <a:rPr lang="en-GB" sz="4800" b="1" dirty="0" smtClean="0">
                <a:solidFill>
                  <a:schemeClr val="accent3">
                    <a:lumMod val="50000"/>
                  </a:schemeClr>
                </a:solidFill>
              </a:rPr>
              <a:t>PROJECT:</a:t>
            </a:r>
            <a:r>
              <a:rPr lang="en-GB" sz="4800" b="1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GB" sz="4800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sz="4800" b="1" smtClean="0">
                <a:solidFill>
                  <a:schemeClr val="accent1">
                    <a:lumMod val="50000"/>
                  </a:schemeClr>
                </a:solidFill>
              </a:rPr>
              <a:t>Movie </a:t>
            </a:r>
            <a:r>
              <a:rPr sz="4800" b="1">
                <a:solidFill>
                  <a:schemeClr val="accent1">
                    <a:lumMod val="50000"/>
                  </a:schemeClr>
                </a:solidFill>
              </a:rPr>
              <a:t>Ticket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600450"/>
            <a:ext cx="7533861" cy="1752600"/>
          </a:xfrm>
        </p:spPr>
        <p:txBody>
          <a:bodyPr>
            <a:normAutofit/>
          </a:bodyPr>
          <a:lstStyle/>
          <a:p>
            <a:pPr algn="l"/>
            <a:r>
              <a:rPr lang="en-GB" b="1" dirty="0" smtClean="0">
                <a:solidFill>
                  <a:schemeClr val="accent1">
                    <a:lumMod val="50000"/>
                  </a:schemeClr>
                </a:solidFill>
              </a:rPr>
              <a:t>NAME=</a:t>
            </a:r>
            <a:r>
              <a:rPr lang="en-GB" dirty="0" smtClean="0">
                <a:solidFill>
                  <a:srgbClr val="00B0F0"/>
                </a:solidFill>
              </a:rPr>
              <a:t>ABHIJEET PANWAR</a:t>
            </a:r>
          </a:p>
          <a:p>
            <a:pPr algn="l"/>
            <a:r>
              <a:rPr lang="en-GB" b="1" dirty="0" smtClean="0">
                <a:solidFill>
                  <a:schemeClr val="accent1">
                    <a:lumMod val="50000"/>
                  </a:schemeClr>
                </a:solidFill>
              </a:rPr>
              <a:t>SAP ID= </a:t>
            </a:r>
            <a:r>
              <a:rPr lang="en-GB" dirty="0" smtClean="0">
                <a:solidFill>
                  <a:srgbClr val="00B0F0"/>
                </a:solidFill>
              </a:rPr>
              <a:t>590026303</a:t>
            </a:r>
          </a:p>
          <a:p>
            <a:pPr algn="l"/>
            <a:r>
              <a:rPr lang="en-GB" b="1" dirty="0" smtClean="0">
                <a:solidFill>
                  <a:schemeClr val="accent1">
                    <a:lumMod val="50000"/>
                  </a:schemeClr>
                </a:solidFill>
              </a:rPr>
              <a:t>SUBJECT=</a:t>
            </a:r>
            <a:r>
              <a:rPr lang="en-GB" dirty="0" smtClean="0">
                <a:solidFill>
                  <a:srgbClr val="00B0F0"/>
                </a:solidFill>
              </a:rPr>
              <a:t>PROGRAMMING IN C (PROJECT)</a:t>
            </a:r>
            <a:endParaRPr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chemeClr val="accent1">
                    <a:lumMod val="50000"/>
                  </a:schemeClr>
                </a:solidFill>
              </a:rPr>
              <a:t>Purpose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17643"/>
          </a:xfrm>
        </p:spPr>
        <p:txBody>
          <a:bodyPr>
            <a:normAutofit/>
          </a:bodyPr>
          <a:lstStyle/>
          <a:p>
            <a:r>
              <a:rPr sz="2400"/>
              <a:t>- To create a menu-driven movie ticket booking system.</a:t>
            </a:r>
          </a:p>
          <a:p>
            <a:r>
              <a:rPr sz="2400"/>
              <a:t>- To demonstrate the use of structures, file handling, and functions.</a:t>
            </a:r>
          </a:p>
          <a:p>
            <a:r>
              <a:rPr sz="2400"/>
              <a:t>- To provide a real-world simulation of ticket booking.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9" y="3575879"/>
            <a:ext cx="40154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accent1">
                    <a:lumMod val="50000"/>
                  </a:schemeClr>
                </a:solidFill>
              </a:rPr>
              <a:t>Constraints</a:t>
            </a:r>
            <a:endParaRPr lang="en-GB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3609" y="4462670"/>
            <a:ext cx="589390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- Only one movie record displayed at a time.</a:t>
            </a:r>
          </a:p>
          <a:p>
            <a:r>
              <a:rPr lang="en-GB" sz="2400" dirty="0" smtClean="0"/>
              <a:t>- Limited number of tickets.</a:t>
            </a:r>
          </a:p>
          <a:p>
            <a:r>
              <a:rPr lang="en-GB" sz="2400" dirty="0" smtClean="0"/>
              <a:t>- Input validation required.</a:t>
            </a:r>
          </a:p>
          <a:p>
            <a:r>
              <a:rPr lang="en-GB" sz="2400" dirty="0" smtClean="0"/>
              <a:t>- Basic text-based interface (CLI).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chemeClr val="accent1">
                    <a:lumMod val="5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 simple Movie Ticket Management System developed using C programming. It allows users to book movie tickets, view movie details, and manage ticket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chemeClr val="accent1">
                    <a:lumMod val="50000"/>
                  </a:schemeClr>
                </a:solidFill>
              </a:rPr>
              <a:t>Syntax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/>
              <a:t>- Structures (struct)</a:t>
            </a:r>
          </a:p>
          <a:p>
            <a:r>
              <a:rPr sz="2800"/>
              <a:t>- File handling (fopen, fwrite, fread)</a:t>
            </a:r>
          </a:p>
          <a:p>
            <a:r>
              <a:rPr sz="2800"/>
              <a:t>- Functions</a:t>
            </a:r>
          </a:p>
          <a:p>
            <a:r>
              <a:rPr sz="2800"/>
              <a:t>- Conditional statements</a:t>
            </a:r>
          </a:p>
          <a:p>
            <a:r>
              <a:rPr sz="2800"/>
              <a:t>- Switch-case menu</a:t>
            </a:r>
          </a:p>
          <a:p>
            <a:r>
              <a:rPr sz="2800"/>
              <a:t>- Loops (for, while)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chemeClr val="accent1">
                    <a:lumMod val="50000"/>
                  </a:schemeClr>
                </a:solidFill>
              </a:rPr>
              <a:t>Keywords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26974"/>
          </a:xfrm>
        </p:spPr>
        <p:txBody>
          <a:bodyPr/>
          <a:lstStyle/>
          <a:p>
            <a:r>
              <a:t>struct, FILE, fopen, fclose, fwrite, fread, if, else, switch,</a:t>
            </a:r>
          </a:p>
          <a:p>
            <a:r>
              <a:t>case, return, char, int, void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270"/>
            <a:ext cx="8229600" cy="1003852"/>
          </a:xfrm>
        </p:spPr>
        <p:txBody>
          <a:bodyPr/>
          <a:lstStyle/>
          <a:p>
            <a:r>
              <a:rPr b="1" smtClean="0">
                <a:solidFill>
                  <a:schemeClr val="accent1">
                    <a:lumMod val="50000"/>
                  </a:schemeClr>
                </a:solidFill>
              </a:rPr>
              <a:t>Flowchart</a:t>
            </a:r>
            <a:r>
              <a:rPr lang="en-GB" b="1" dirty="0" smtClean="0">
                <a:solidFill>
                  <a:schemeClr val="accent1">
                    <a:lumMod val="50000"/>
                  </a:schemeClr>
                </a:solidFill>
              </a:rPr>
              <a:t>:</a:t>
            </a:r>
            <a:endParaRPr b="1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A_flowchart_in_the_image_depicts_a_movie_ticket_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70" y="1123122"/>
            <a:ext cx="6082747" cy="56056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 smtClean="0">
                <a:solidFill>
                  <a:schemeClr val="accent1">
                    <a:lumMod val="50000"/>
                  </a:schemeClr>
                </a:solidFill>
              </a:rPr>
              <a:t>PROGRAM</a:t>
            </a:r>
            <a:r>
              <a:rPr lang="en-GB" b="1" dirty="0" smtClean="0">
                <a:solidFill>
                  <a:schemeClr val="accent1">
                    <a:lumMod val="50000"/>
                  </a:schemeClr>
                </a:solidFill>
              </a:rPr>
              <a:t>: (header fi</a:t>
            </a:r>
            <a:r>
              <a:rPr lang="en-GB" b="1" dirty="0" smtClean="0">
                <a:solidFill>
                  <a:schemeClr val="accent1">
                    <a:lumMod val="50000"/>
                  </a:schemeClr>
                </a:solidFill>
              </a:rPr>
              <a:t>le)</a:t>
            </a:r>
            <a:endParaRPr lang="en-GB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2696" y="1417638"/>
            <a:ext cx="6629400" cy="4933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 smtClean="0">
                <a:solidFill>
                  <a:srgbClr val="002060"/>
                </a:solidFill>
              </a:rPr>
              <a:t>(function file):</a:t>
            </a:r>
            <a:endParaRPr lang="en-GB" b="1" dirty="0">
              <a:solidFill>
                <a:srgbClr val="00206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49287" y="1237767"/>
            <a:ext cx="5486400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3081" y="730872"/>
            <a:ext cx="481965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 smtClean="0">
                <a:solidFill>
                  <a:srgbClr val="002060"/>
                </a:solidFill>
              </a:rPr>
              <a:t>(main file):</a:t>
            </a:r>
            <a:endParaRPr lang="en-GB" b="1" dirty="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3974" y="1417638"/>
            <a:ext cx="6589643" cy="519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 smtClean="0">
                <a:solidFill>
                  <a:schemeClr val="accent1">
                    <a:lumMod val="50000"/>
                  </a:schemeClr>
                </a:solidFill>
              </a:rPr>
              <a:t>OUTPUT:</a:t>
            </a:r>
            <a:endParaRPr lang="en-GB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2696" y="1227828"/>
            <a:ext cx="5078895" cy="523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>
                <a:solidFill>
                  <a:schemeClr val="accent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a basic implementation of a Movie Ticket Management System. It shows the use of file handling, structures, user-defined functions, and menu-driven programming.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224</Words>
  <Application>Microsoft Macintosh PowerPoint</Application>
  <PresentationFormat>On-screen Show (4:3)</PresentationFormat>
  <Paragraphs>32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PROJECT: Movie Ticket Management System</vt:lpstr>
      <vt:lpstr>Purpose of the Project</vt:lpstr>
      <vt:lpstr>Introduction</vt:lpstr>
      <vt:lpstr>Syntax Concepts Used</vt:lpstr>
      <vt:lpstr>Keywords Used</vt:lpstr>
      <vt:lpstr>Flowchart:</vt:lpstr>
      <vt:lpstr>PROGRAM: (header file)</vt:lpstr>
      <vt:lpstr>(function file):</vt:lpstr>
      <vt:lpstr>Slide 9</vt:lpstr>
      <vt:lpstr>(main file):</vt:lpstr>
      <vt:lpstr>OUTPUT: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PROJECT: Movie Ticket Management System</dc:title>
  <dc:creator>admin</dc:creator>
  <dc:description>generated using python-pptx</dc:description>
  <cp:lastModifiedBy>admin</cp:lastModifiedBy>
  <cp:revision>7</cp:revision>
  <dcterms:created xsi:type="dcterms:W3CDTF">2013-01-27T09:14:16Z</dcterms:created>
  <dcterms:modified xsi:type="dcterms:W3CDTF">2025-12-01T11:06:57Z</dcterms:modified>
</cp:coreProperties>
</file>